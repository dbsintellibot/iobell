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⚡ NEXT-GEN IOT SAAS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AutoBell</a:t>
            </a:r>
          </a:p>
          <a:p>
            <a:pPr>
              <a:defRPr sz="2600" b="1">
                <a:solidFill>
                  <a:srgbClr val="0284C7"/>
                </a:solidFill>
                <a:latin typeface="Arial"/>
              </a:defRPr>
            </a:pPr>
            <a:r>
              <a:t>Smart Campus Bell &amp; Audio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Modernizing school operations, automated announcements, and campus emergency broadcasting — with 100% cloud control and offline-first reliability.</a:t>
            </a:r>
          </a:p>
        </p:txBody>
      </p:sp>
      <p:pic>
        <p:nvPicPr>
          <p:cNvPr id="5" name="Picture 4" descr="new_autobell_picture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80160"/>
            <a:ext cx="384048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🌐 Live Dashboard: iobell.web.app   |   🏢 Enterprise Customer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AutoBell | Next-Gen Smart Campus Bell &amp; Audio System   •   https://iobell.web.app/   • 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The Modern Campus Challenge vs. The AutoBell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❌ Outdated Legacy Bell Systems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Manual &amp; Error-Prone Timer Boxes: Complex button programming required on-site.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Rigid Schedule Changes: Switching to Exam Mode, Ramadan, or Half-Days causes chaos.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System Freezes &amp; Outages: Timer boxes freeze unexpectedly, skipping critical bells.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No Voice / Speech Capabilities: Bell timers can only ring simple gongs, no spoken notices.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Slow Emergency Response: Manual staff action required during campus lockdown emergencies.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463040"/>
            <a:ext cx="512064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6534"/>
                </a:solidFill>
              </a:defRPr>
            </a:pPr>
            <a:r>
              <a:t>✨ The AutoBell Smart Solution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100% Cloud Remote Control: Manage profiles and schedules from any smartphone or browser.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1-Tap Profile Switching: Toggle Normal Day, Exam Mode, or Ramadan schedules instantly.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Offline-First ESP32 Hardware: Local memory caching guarantees bells ring even without Wi-Fi.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Text-to-Speech &amp; Voice Broadcasts: Automated spoken announcements and live voice streaming.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Instant Emergency Lockdown: Slide-to-activate lockdown siren &amp; priority audio override.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PRODUCT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6 Core Pillars of the AutoBell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201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2201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📅 Cloud Profile Scheduling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Create, edit, and instantly switch profiles (Normal Day, Exam, Ramadan, Weekend) remotely via Web or Mobile.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2201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332201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🎵 Pre-Announcement Jingle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Play a signature campus chime followed by a configurable 2–5s pause before any bell, speech, or audio notice.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32201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32201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📢 TTS &amp; Live Broadcasts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Type any text for instant natural voice broadcast, or stream live/recorded MP3 audio directly to classrooms.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2201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332201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⚡ Offline-First Execution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Schedules cache locally inside ESP32 SPIFFS memory. Bells ring on time 100% of the time, even offline.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931920"/>
            <a:ext cx="332201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3931920"/>
            <a:ext cx="332201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1480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🛡️ Hardware Watchdog Uptime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Built-in automatic freeze recovery monitors device state continuously to ensure zero manual reboots.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32201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3931920"/>
            <a:ext cx="332201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11480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🚨 Emergency Lockdown Mode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Dedicated one-slide trigger on Web &amp; Mobile apps for immediate, campus-wide emergency siren override.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SCHEDULE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Flexible Profile Management &amp; Remote Cloud 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🎯 Multi-Profile Campus Scheduling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▪ Normal Day Schedule: Standard lesson slots, recess, assembly, and dismissal bells.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▪ Exam Mode: Custom quiet timings, extended periods, and distinct warning chimes.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▪ Ramadan &amp; Winter Timings: Adjusted shortened durations applied in 1 tap.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▪ Half-Day &amp; Special Events: Instant override without overwriting primary master schedules.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▪ Weekend / Holiday Silence: Automatic suppression of all non-essential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463040"/>
            <a:ext cx="512064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⚡ Instant Cloud Synchronization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Any schedule modified on the Web Dashboard or Mobile App syncs to the on-site ESP32 hardware in milliseconds via Supabase real-time sockets.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3931920"/>
            <a:ext cx="5120640" cy="2194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45309"/>
                </a:solidFill>
              </a:defRPr>
            </a:pPr>
            <a:r>
              <a:t>🕒 Automated NTP Time Synchronization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Eliminate clock drift forever. AutoBell automatically synchronizes hardware RTC clocks with global Network Time Protocol (NTP) servers daily.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AUDIO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Pre-Announcement Signature Chime &amp; Pause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28016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D28D9"/>
                </a:solidFill>
              </a:defRPr>
            </a:pPr>
            <a:r>
              <a:t>🎵 Professional Campus Audio Identity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AutoBell ensures every announcement or bell is preceded by a signature pre-announcement audio jingle, capturing student and staff attention before messages begin.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32201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3322015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1: Signature Chime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304769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Pre-Announcement Jingle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Plays a high-clarity melodious chime or school anthem snippet from the global audio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017520"/>
            <a:ext cx="332201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3017520"/>
            <a:ext cx="3322015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2: Smart Pause Delay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40"/>
            <a:ext cx="304769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Custom 2–5 Second Buffer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Configurable pause duration allows noise to settle across hallways before vocal broadcast starts.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017520"/>
            <a:ext cx="332201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017520"/>
            <a:ext cx="3322015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3: Main Audio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520440"/>
            <a:ext cx="304769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Bell / TTS / Voice Stream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Plays scheduled bell MP3 tone, text-to-speech notice, or live administrator voice announcement.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PUBLIC ADDRESS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Automated Text-to-Speech &amp; Live Voice Broadcasts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🗣️ Automated Text-to-Speech (TTS)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Instant Notice Conversion: Simply type any announcement text into the Web Dashboard or Mobile App.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Natural Spoken Voices: Converts text into high-definition, natural-sounding audio announcements.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Scheduled &amp; Ad-Hoc Notices: Schedule daily morning assemblies, principal announcements, or bus alerts.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Multilingual Support: Supports multi-language speech output for diverse educational environments.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Zero Recording Needed: No need to pre-record voice files — type and broadcast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🎙️ Live Voice &amp; MP3 Audio Streaming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Live Mobile Microphone Stream: Press-and-talk from administrator smartphone to campus speakers.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Custom MP3 Upload Library: Upload custom school anthems, prayer Adhan calls, or event chimes.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High-Fidelity Audio DAC: Supports crisp 44.1kHz audio reproduction over standard PA amplifier systems.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Volume &amp; Equalizer Control: Fine-tune speaker output levels for indoor classrooms vs outdoor grounds.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Audit Trail Logging: All broadcasted announcements are logged with timestamp and user 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INDUSTRIAL IOT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Offline-First Reliability &amp; Hardware Watchdog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201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2201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💾 Offline-First Architecture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Local LittleFS / SPIFFS Storage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Schedules, profile definitions, and bell sound files are cached locally in ESP32 flash memory. If campus Wi-Fi or internet fails, the bell system functions seamlessly without missing a beat.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2201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332201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🐕 Hardware Watchdog Guard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100% Uptime &amp; Self-Healing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Integrated hardware watchdog timer monitors controller CPU health. In the rare event of a power surge or freeze, the device auto-reboots and restores state in under 2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32201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32201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🛡️ Zero-Downtime Guarantee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SLA &amp; Instant Replacement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Supported by AutoBell's optional yearly hardware SLA. In case of hardware damage, receive an immediate pre-configured replacement unit from central inventory.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CAMPUS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Instant Emergency Alert &amp; Lockdown Activation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11D48"/>
                </a:solidFill>
              </a:defRPr>
            </a:pPr>
            <a:r>
              <a:t>🚨 Slide-to-Activate Campus Lockdown System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In high-stakes emergencies, speed saves lives. AutoBell provides instant lockdown and disaster evacuation controls accessible directly from authorized mobile devices and web dashboards.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🔒 Slide-to-Confirm Trigger: Prevents accidental false alarms while enabling 1-second emergency activation.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🔊 Continuous Siren &amp; Audio Override: Immediately cuts off standard bells and broadcasts high-decibel warning sirens.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📱 Instant Security Notifications: Alerts principals, campus security officers, and administrators simultaneously.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🛑 1-Tap Cancellation: Authorized admins can disarm lockdown and return system to normal operating state instantly.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📊 Incident Time-Stamping: Records exact trigger timestamp, user identity, and duration for administrative audit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Intuitive Web Dashboard &amp; Android Mobile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💻 Modern Web Dashboard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URL: https://iobell.web.app/ — Accessible from any PC, tablet, or desktop browser.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Drag-and-Drop Schedule Builder: Easily manage complex period timings &amp; bell durations.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Real-Time Controller Status: Live indicators for Wi-Fi signal, online status, and active profile.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Multi-School Campus Management: Manage multiple school buildings or branches from one master account.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Role-Based Access Control (RBAC): Super Admin, School Admin, Operator, and Partner permissions.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📱 Android Mobile App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On-The-Go Campus Control: Control bells from hallways, grounds, or off-site locations.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Quick Action Widgets: 1-tap manual bell ring, voice broadcast, or emergency trigger.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Push Notifications: Instant alerts for power status, schedule sync, or lockdown triggers.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Lightweight &amp; Fast: Optimized React Native Android app for instant response.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▪ Biometric Security: Quick fingerprint/face unlock for authorized school staff.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Tailored Benefits for Every Campus Stakeholder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926080" cy="8046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School Principals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463040"/>
            <a:ext cx="761969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Eliminates bell chaos &amp; manual staff dependence; 1-tap profile switching for exam/special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2926080" cy="8046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IT &amp; Technical Directors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395728"/>
            <a:ext cx="761969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Cloud dashboard management, 100% uptime with Hardware Watchdog, zero maintenance headaches.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28416"/>
            <a:ext cx="2926080" cy="8046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Campus Safety Officers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328416"/>
            <a:ext cx="761969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Instant mobile emergency lockdown trigger, continuous sirens, and priority public address announcements.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61104"/>
            <a:ext cx="2926080" cy="8046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Faith &amp; Specialty Schools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261104"/>
            <a:ext cx="761969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Custom MP3 audio uploads for prayer calls (Adhan), custom chimes, and flexible daily schedules.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93792"/>
            <a:ext cx="2926080" cy="8046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IT Solution Resellers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5193792"/>
            <a:ext cx="761969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High-margin SaaS recurring revenue model backed by the AutoBell Partner Portal.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Multi-Tenant Cloud Security &amp; Complete Data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201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2201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🔒 Enterprise Data Security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Supabase PostgreSQL &amp; RLS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Built on enterprise-grade Supabase cloud infrastructure with strict Row Level Security (RLS) policies ensuring isolated multi-tenant data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2201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332201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💾 1-Click System Backup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Full Disaster Recovery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Complete peace of mind. Perform 1-click full backups and instant restores for database records, active schedules, diagnostic logs, and custom MP3 media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32201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32201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🔑 Role-Based Access (RBAC)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Multi-Tiered Permissions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Assign granular permissions to staff: Super Admin (full control), School Admin (schedules &amp; TTS), Operator (manual ring), and Partner (reseller tracking).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AutoBell | Next-Gen Smart Campus Bell &amp; Audio System   •   https://iobell.web.app/   • 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88998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Upgrade Your Campus Operations Today</a:t>
            </a:r>
          </a:p>
          <a:p>
            <a:pPr algn="ctr"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Transform your school bell schedules, public announcements, and emergency safety with AutoBell.</a:t>
            </a:r>
          </a:p>
          <a:p>
            <a:br/>
            <a:pPr algn="ctr">
              <a:defRPr sz="1800" b="1">
                <a:solidFill>
                  <a:srgbClr val="F59E0B"/>
                </a:solidFill>
              </a:defRPr>
            </a:pPr>
            <a:r>
              <a:t>🚀 Experience the Live Dashboard:</a:t>
            </a:r>
          </a:p>
          <a:p>
            <a:pPr algn="ctr">
              <a:defRPr sz="2200" b="1">
                <a:solidFill>
                  <a:srgbClr val="0284C7"/>
                </a:solidFill>
              </a:defRPr>
            </a:pPr>
            <a:r>
              <a:t>https://iobell.web.app/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📞 Contact Us for Live Demo &amp; On-Site Installation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AutoBell | Next-Gen Smart Campus Bell &amp; Audio System   •   https://iobell.web.app/   • 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